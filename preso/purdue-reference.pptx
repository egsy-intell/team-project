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ld Panel"/>
          <p:cNvSpPr/>
          <p:nvPr userDrawn="1"/>
        </p:nvSpPr>
        <p:spPr>
          <a:xfrm>
            <a:off x="6096000" y="0"/>
            <a:ext cx="3048000" cy="1800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Steel Panel"/>
          <p:cNvSpPr/>
          <p:nvPr userDrawn="1"/>
        </p:nvSpPr>
        <p:spPr>
          <a:xfrm>
            <a:off x="6096000" y="1800225"/>
            <a:ext cx="3048000" cy="3343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80000"/>
            <a:ext cx="5486400" cy="1310000"/>
          </a:xfrm>
        </p:spPr>
        <p:txBody>
          <a:bodyPr anchor="b">
            <a:normAutofit fontScale="90000"/>
          </a:bodyPr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50000"/>
            <a:ext cx="5486400" cy="750000"/>
          </a:xfrm>
        </p:spPr>
        <p:txBody>
          <a:bodyPr/>
          <a:lstStyle>
            <a:lvl1pPr marL="0" indent="0" algn="l">
              <a:buNone/>
              <a:defRPr sz="1400" i="1">
                <a:solidFill>
                  <a:schemeClr val="bg1">
                    <a:tint val="80000"/>
                  </a:schemeClr>
                </a:solidFill>
              </a:defRPr>
            </a:lvl1pPr>
            <a:lvl2pPr marL="342900" indent="0" algn="l">
              <a:buNone/>
              <a:defRPr>
                <a:solidFill>
                  <a:schemeClr val="bg1">
                    <a:tint val="80000"/>
                  </a:schemeClr>
                </a:solidFill>
              </a:defRPr>
            </a:lvl2pPr>
            <a:lvl3pPr marL="685800" indent="0" algn="l">
              <a:buNone/>
              <a:defRPr>
                <a:solidFill>
                  <a:schemeClr val="bg1">
                    <a:tint val="80000"/>
                  </a:schemeClr>
                </a:solidFill>
              </a:defRPr>
            </a:lvl3pPr>
            <a:lvl4pPr marL="1028700" indent="0" algn="l">
              <a:buNone/>
              <a:defRPr>
                <a:solidFill>
                  <a:schemeClr val="bg1">
                    <a:tint val="80000"/>
                  </a:schemeClr>
                </a:solidFill>
              </a:defRPr>
            </a:lvl4pPr>
            <a:lvl5pPr marL="1371600" indent="0" algn="l">
              <a:buNone/>
              <a:defRPr>
                <a:solidFill>
                  <a:schemeClr val="bg1">
                    <a:tint val="80000"/>
                  </a:schemeClr>
                </a:solidFill>
              </a:defRPr>
            </a:lvl5pPr>
            <a:lvl6pPr marL="1714500" indent="0" algn="l">
              <a:buNone/>
              <a:defRPr>
                <a:solidFill>
                  <a:schemeClr val="bg1">
                    <a:tint val="80000"/>
                  </a:schemeClr>
                </a:solidFill>
              </a:defRPr>
            </a:lvl6pPr>
            <a:lvl7pPr marL="2057400" indent="0" algn="l">
              <a:buNone/>
              <a:defRPr>
                <a:solidFill>
                  <a:schemeClr val="bg1">
                    <a:tint val="80000"/>
                  </a:schemeClr>
                </a:solidFill>
              </a:defRPr>
            </a:lvl7pPr>
            <a:lvl8pPr marL="2400300" indent="0" algn="l">
              <a:buNone/>
              <a:defRPr>
                <a:solidFill>
                  <a:schemeClr val="bg1">
                    <a:tint val="80000"/>
                  </a:schemeClr>
                </a:solidFill>
              </a:defRPr>
            </a:lvl8pPr>
            <a:lvl9pPr marL="2743200" indent="0" algn="l">
              <a:buNone/>
              <a:defRPr>
                <a:solidFill>
                  <a:schemeClr val="bg1">
                    <a:tint val="80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400550"/>
            <a:ext cx="2895600" cy="273844"/>
          </a:xfrm>
        </p:spPr>
        <p:txBody>
          <a:bodyPr/>
          <a:lstStyle>
            <a:lvl1pPr algn="l">
              <a:defRPr>
                <a:solidFill>
                  <a:schemeClr val="bg1">
                    <a:tint val="7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tint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52800" y="4400550"/>
            <a:ext cx="2133600" cy="273844"/>
          </a:xfrm>
        </p:spPr>
        <p:txBody>
          <a:bodyPr/>
          <a:lstStyle>
            <a:lvl1pPr>
              <a:defRPr>
                <a:solidFill>
                  <a:schemeClr val="bg1">
                    <a:tint val="7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960"/>
      </a:dk2>
      <a:lt2>
        <a:srgbClr val="F4F5F9"/>
      </a:lt2>
      <a:accent1>
        <a:srgbClr val="CFB991"/>
      </a:accent1>
      <a:accent2>
        <a:srgbClr val="555960"/>
      </a:accent2>
      <a:accent3>
        <a:srgbClr val="6F727B"/>
      </a:accent3>
      <a:accent4>
        <a:srgbClr val="9D9795"/>
      </a:accent4>
      <a:accent5>
        <a:srgbClr val="DAAA00"/>
      </a:accent5>
      <a:accent6>
        <a:srgbClr val="8E6F3E"/>
      </a:accent6>
      <a:hlink>
        <a:srgbClr val="0000FF"/>
      </a:hlink>
      <a:folHlink>
        <a:srgbClr val="800080"/>
      </a:folHlink>
    </a:clrScheme>
    <a:fontScheme name="Office">
      <a:majorFont>
        <a:latin typeface="Constant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