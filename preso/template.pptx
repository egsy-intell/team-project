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egsy_intell_logo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74320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egsy_intell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egsy_intell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0201"/>
            <a:ext cx="8229600" cy="29444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00151"/>
            <a:ext cx="8229600" cy="4000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egsy_intell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